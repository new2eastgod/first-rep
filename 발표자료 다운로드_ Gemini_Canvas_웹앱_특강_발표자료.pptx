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77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표지입니다. 오늘은 Gemini Canvas로 웹앱 초안을 만들고, GitHub에 올린 뒤 Vercel로 배포해 실제 공개 URL까지 만드는 흐름을 2시간 동안 실습합니다.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실습이 끝나면 세 가지 결과물이 남습니다. 작동하는 웹앱, GitHub 저장소, 그리고 공개 URL입니다. 단순히 만들기에서 끝나지 않고 공유 가능한 상태까지 가는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흐름은 아이디어, 제작, 수정, 저장, 배포, 공유 순서입니다. 처음부터 완벽한 앱을 만들기보다 작은 기능이 실제로 작동하도록 만드는 데 집중하겠습니다.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바이브 코딩은 코드를 한 줄씩 직접 쓰는 방식만 의미하지 않습니다. 내가 원하는 것을 자연어로 설명하고, AI가 만든 결과를 보면서 수정하고 결정하는 협업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빠르게 초안을 만들고 반복 작업을 줄여줍니다. 하지만 무엇을 만들지 정하고, 나온 결과가 맞는지 검토하고, 최종 결정을 내리는 책임은 사용자에게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전에 계정과 네트워크를 꼭 확인합니다. 특히 GitHub와 Vercel은 로그인 상태를 미리 준비해두면 배포 단계에서 시간을 크게 아낄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앱을 만들기 전에 짧은 기획 캔버스를 채웁니다. 서비스 이름, 누가 쓰는지, 어떤 문제를 해결하는지, 핵심 기능 세 가지, 디자인 키워드 정도만 정해도 프롬프트 품질이 좋아집니다.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특강에서는 욕심을 줄이는 것이 실력입니다. 로그인, 결제, 데이터베이스 같은 요소는 제외하고, 핵심 기능 세 가지 정도로 작게 시작해야 완성과 배포까지 도달하기 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예시 서비스는 집중 타이머와 체크리스트입니다. 기능이 명확하고 화면으로 결과가 잘 보여서 바이브 코딩 입문 실습에 아주 적합합니다.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좋은 프롬프트는 막연한 요청이 아니라 구조가 있습니다. 대상, 목적, 기능, 디자인, 기술 조건을 포함하면 AI가 더 정확한 초안을 만들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바로 복사해 사용할 수 있는 기본 프롬프트 예시입니다. 대상, 기능, 디자인, 기술 조건이 모두 들어가 있다는 점을 확인해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단계는 생성, 미리보기, 점검, 수정 요청입니다. 한 번 생성하고 끝내지 말고, 화면을 보며 버튼과 문구를 확인하고 다시 요청하는 반복이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수정 요청은 구체적으로 할수록 좋습니다. 디자인 개선, 기능 추가, 오류 해결처럼 목적을 나눠서 짧고 명확하게 요청하면 결과가 좋아집니다.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 설명은 감상이 아니라 정보입니다. 기대 동작, 실제 동작, 오류 메시지, 수정 요청을 나눠서 말하면 AI가 문제를 더 정확하게 파악할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GitHub는 코드를 저장하고 기록하는 온라인 공간입니다. Repository는 저장소, Commit은 변경 기록, README는 프로젝트 소개 글이라고 이해하면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업로드는 어렵지 않습니다. 새 저장소를 만들고, 파일을 올리고, Commit으로 기록하고, README에 서비스 소개를 적으면 기본 준비가 끝납니다.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README는 프로젝트의 첫인상입니다. 서비스 소개, 주요 기능, 사용 도구, 배포 주소 정도만 정리해도 훨씬 완성도 있어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Vercel은 GitHub에 있는 코드를 실제 웹사이트로 보여주는 배포 서비스입니다. GitHub가 저장소라면, Vercel은 공개 URL을 만들어주는 무대라고 생각하면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Vercel 배포 흐름은 로그인, 새 프로젝트 추가, GitHub 연결, 저장소 선택, Deploy, URL 확인 순서입니다. 대부분은 클릭 몇 번으로 진행됩니다.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후에는 404, CSS 미적용, 버튼 미작동, 빌드 오류 같은 문제가 자주 생깁니다. 이때는 파일 이름, 경로, 콘솔 메시지, 최근 수정 내용을 차례로 확인하면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전체 과정을 체크합니다. 제작, 개선, 업로드, README, 배포 URL, 공유 준비까지 확인하면 오늘의 목표를 모두 달성한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슬라이드입니다. 학생들은 30초 발표 형식으로 자신의 서비스 이름, 해결 문제, 마음에 드는 기능, 배포 URL을 공유하면 됩니다. 이후에는 다크모드, 저장 기능, API 연결처럼 확장해볼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UTECH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F"/>
          </a:solidFill>
          <a:ln w="12700">
            <a:solidFill>
              <a:srgbClr val="F7F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Vibe Coding 특강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548640"/>
            <a:ext cx="1920240" cy="1920240"/>
          </a:xfrm>
          <a:prstGeom prst="roundRect">
            <a:avLst>
              <a:gd name="adj" fmla="val 8571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6012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1234440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1536192"/>
            <a:ext cx="731520" cy="73152"/>
          </a:xfrm>
          <a:prstGeom prst="roundRect">
            <a:avLst>
              <a:gd name="adj" fmla="val 37500"/>
            </a:avLst>
          </a:prstGeom>
          <a:solidFill>
            <a:srgbClr val="A8B8E8"/>
          </a:solidFill>
          <a:ln w="12700">
            <a:solidFill>
              <a:srgbClr val="A8B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Canvas로 만드는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웹앱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업로드와 Vercel 배포까지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788920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072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 실습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2788920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28072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고등학생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4957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86A8"/>
                </a:solidFill>
              </a:rPr>
              <a:t>흐름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285744"/>
            <a:ext cx="4389120" cy="570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  →  GitHub  →  Vercel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97880" y="2971800"/>
            <a:ext cx="251460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3200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6A8"/>
                </a:solidFill>
              </a:rPr>
              <a:t>오늘의 목표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456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552"/>
                </a:solidFill>
              </a:rPr>
              <a:t>내 아이디어를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552"/>
                </a:solidFill>
              </a:rPr>
              <a:t>실제 URL까지 공개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완성할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2402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552"/>
                </a:solidFill>
              </a:rPr>
              <a:t>웹앱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</a:rPr>
              <a:t>아이디어가 작동하는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0280" y="1572768"/>
            <a:ext cx="411480" cy="411480"/>
          </a:xfrm>
          <a:prstGeom prst="ellipse">
            <a:avLst/>
          </a:prstGeom>
          <a:solidFill>
            <a:srgbClr val="E9FBF4"/>
          </a:solidFill>
          <a:ln w="12700">
            <a:solidFill>
              <a:srgbClr val="DD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4680" y="1371600"/>
            <a:ext cx="2240280" cy="1965960"/>
          </a:xfrm>
          <a:prstGeom prst="roundRect">
            <a:avLst>
              <a:gd name="adj" fmla="val 6512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552"/>
                </a:solidFill>
              </a:rPr>
              <a:t>GitHub 저장소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</a:rPr>
              <a:t>코드를 저장하고 기록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11480" cy="411480"/>
          </a:xfrm>
          <a:prstGeom prst="ellipse">
            <a:avLst/>
          </a:prstGeom>
          <a:solidFill>
            <a:srgbClr val="F1ECFF"/>
          </a:solidFill>
          <a:ln w="12700">
            <a:solidFill>
              <a:srgbClr val="DD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371600"/>
            <a:ext cx="22402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공개 배포 URL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</a:rPr>
              <a:t>친구에게 바로 공유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69480" y="1572768"/>
            <a:ext cx="411480" cy="4114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DDE5FF"/>
            </a:solidFill>
            <a:prstDash val="solid"/>
          </a:ln>
        </p:spPr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1277520-C106-2B27-0DEF-975EC8D23CE5}"/>
              </a:ext>
            </a:extLst>
          </p:cNvPr>
          <p:cNvGrpSpPr/>
          <p:nvPr/>
        </p:nvGrpSpPr>
        <p:grpSpPr>
          <a:xfrm>
            <a:off x="1234440" y="3492590"/>
            <a:ext cx="1051560" cy="457200"/>
            <a:chOff x="640080" y="3474720"/>
            <a:chExt cx="1051560" cy="457200"/>
          </a:xfrm>
        </p:grpSpPr>
        <p:sp>
          <p:nvSpPr>
            <p:cNvPr id="15" name="Shape 13"/>
            <p:cNvSpPr/>
            <p:nvPr/>
          </p:nvSpPr>
          <p:spPr>
            <a:xfrm>
              <a:off x="640080" y="3474720"/>
              <a:ext cx="1051560" cy="457200"/>
            </a:xfrm>
            <a:prstGeom prst="roundRect">
              <a:avLst>
                <a:gd name="adj" fmla="val 24000"/>
              </a:avLst>
            </a:prstGeom>
            <a:solidFill>
              <a:srgbClr val="EAF2FF"/>
            </a:solidFill>
            <a:ln w="12700">
              <a:solidFill>
                <a:srgbClr val="DDE5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85800" y="3547872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55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1. 제작</a:t>
              </a:r>
              <a:endParaRPr lang="en-US" sz="10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2903220" y="3593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D2D84E6-CB95-1500-C616-F3A616417713}"/>
              </a:ext>
            </a:extLst>
          </p:cNvPr>
          <p:cNvGrpSpPr/>
          <p:nvPr/>
        </p:nvGrpSpPr>
        <p:grpSpPr>
          <a:xfrm>
            <a:off x="3749040" y="3520440"/>
            <a:ext cx="1051560" cy="457200"/>
            <a:chOff x="2331720" y="3474720"/>
            <a:chExt cx="1051560" cy="457200"/>
          </a:xfrm>
        </p:grpSpPr>
        <p:sp>
          <p:nvSpPr>
            <p:cNvPr id="18" name="Shape 16"/>
            <p:cNvSpPr/>
            <p:nvPr/>
          </p:nvSpPr>
          <p:spPr>
            <a:xfrm>
              <a:off x="2331720" y="3474720"/>
              <a:ext cx="1051560" cy="457200"/>
            </a:xfrm>
            <a:prstGeom prst="roundRect">
              <a:avLst>
                <a:gd name="adj" fmla="val 24000"/>
              </a:avLst>
            </a:prstGeom>
            <a:solidFill>
              <a:srgbClr val="F1ECFF"/>
            </a:solidFill>
            <a:ln w="12700">
              <a:solidFill>
                <a:srgbClr val="DDE5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2377440" y="3547872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55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2. 저장</a:t>
              </a:r>
              <a:endParaRPr lang="en-US" sz="10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5486402" y="362975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4BA926-D57A-A82B-5249-3FE73B8D943D}"/>
              </a:ext>
            </a:extLst>
          </p:cNvPr>
          <p:cNvGrpSpPr/>
          <p:nvPr/>
        </p:nvGrpSpPr>
        <p:grpSpPr>
          <a:xfrm>
            <a:off x="6332220" y="3520440"/>
            <a:ext cx="1051560" cy="457200"/>
            <a:chOff x="6264537" y="3492590"/>
            <a:chExt cx="1051560" cy="457200"/>
          </a:xfrm>
        </p:grpSpPr>
        <p:sp>
          <p:nvSpPr>
            <p:cNvPr id="21" name="Shape 19"/>
            <p:cNvSpPr/>
            <p:nvPr/>
          </p:nvSpPr>
          <p:spPr>
            <a:xfrm>
              <a:off x="6264537" y="3492590"/>
              <a:ext cx="1051560" cy="457200"/>
            </a:xfrm>
            <a:prstGeom prst="roundRect">
              <a:avLst>
                <a:gd name="adj" fmla="val 24000"/>
              </a:avLst>
            </a:prstGeom>
            <a:solidFill>
              <a:srgbClr val="EAF2FF"/>
            </a:solidFill>
            <a:ln w="12700">
              <a:solidFill>
                <a:srgbClr val="DDE5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310257" y="3565742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55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3. 배포</a:t>
              </a:r>
              <a:endParaRPr lang="en-US" sz="10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전체 로드맵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0392" y="1965960"/>
            <a:ext cx="438912" cy="43891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2648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아이디어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73352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92808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40280" y="1965960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02536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제작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82696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30168" y="1965960"/>
            <a:ext cx="438912" cy="438912"/>
          </a:xfrm>
          <a:prstGeom prst="ellipse">
            <a:avLst/>
          </a:prstGeom>
          <a:solidFill>
            <a:srgbClr val="59C3C3"/>
          </a:solidFill>
          <a:ln w="12700">
            <a:solidFill>
              <a:srgbClr val="59C3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92424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수정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53128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72584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0056" y="1965960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0056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저장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43016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62472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9944" y="1965960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배포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2904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52360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9832" y="196596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9832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62088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공유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3886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4A6D"/>
                </a:solidFill>
              </a:rPr>
              <a:t>오늘은 큰 서비스보다 “작동하는 작은 서비스”가 목표</a:t>
            </a:r>
            <a:endParaRPr lang="en-US" sz="2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657600" cy="2104614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17720" y="1325880"/>
            <a:ext cx="3840480" cy="2125532"/>
          </a:xfrm>
          <a:prstGeom prst="roundRect">
            <a:avLst>
              <a:gd name="adj" fmla="val 5185"/>
            </a:avLst>
          </a:prstGeom>
          <a:solidFill>
            <a:srgbClr val="F2EE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552"/>
                </a:solidFill>
              </a:rPr>
              <a:t>자연어로 설명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“이런 앱을 만들고 싶어”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4A6D"/>
                </a:solidFill>
              </a:rPr>
              <a:t>아이디어를 말로 설명하면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E4A6D"/>
                </a:solidFill>
              </a:rPr>
              <a:t>AI가 초안을 빠르게 만든다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1645920"/>
            <a:ext cx="3029772" cy="34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4DFF"/>
                </a:solidFill>
              </a:rPr>
              <a:t>핵심은 함께 만들기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92040" y="2221992"/>
            <a:ext cx="33832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끝내기보다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→ 확인 → 수정 반복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질문이 좋은 결과를 만든다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F8374-6D21-8D63-2A67-BE6D6D4EF2D5}"/>
              </a:ext>
            </a:extLst>
          </p:cNvPr>
          <p:cNvSpPr txBox="1"/>
          <p:nvPr/>
        </p:nvSpPr>
        <p:spPr>
          <a:xfrm>
            <a:off x="2377440" y="3746922"/>
            <a:ext cx="5157695" cy="861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solidFill>
                  <a:srgbClr val="1B1D1F"/>
                </a:solidFill>
                <a:effectLst/>
                <a:latin typeface="Pretendard"/>
              </a:rPr>
              <a:t>좋은 프롬프트를 작성하는 능력</a:t>
            </a:r>
            <a:endParaRPr lang="ko-KR" altLang="en-US" sz="1600" b="0" i="0" dirty="0">
              <a:solidFill>
                <a:srgbClr val="1B1D1F"/>
              </a:solidFill>
              <a:effectLst/>
              <a:latin typeface="Pretendard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solidFill>
                  <a:srgbClr val="1B1D1F"/>
                </a:solidFill>
                <a:effectLst/>
                <a:latin typeface="Pretendard"/>
              </a:rPr>
              <a:t>생성 결과를 확인하고 수정하는 능력</a:t>
            </a:r>
            <a:endParaRPr lang="ko-KR" altLang="en-US" sz="1600" b="0" i="0" dirty="0">
              <a:solidFill>
                <a:srgbClr val="1B1D1F"/>
              </a:solidFill>
              <a:effectLst/>
              <a:latin typeface="Pretendard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solidFill>
                  <a:srgbClr val="1B1D1F"/>
                </a:solidFill>
                <a:effectLst/>
                <a:latin typeface="Pretendard"/>
              </a:rPr>
              <a:t>오류를 </a:t>
            </a:r>
            <a:r>
              <a:rPr lang="en-US" altLang="ko-KR" sz="1600" b="1" i="0" dirty="0">
                <a:solidFill>
                  <a:srgbClr val="1B1D1F"/>
                </a:solidFill>
                <a:effectLst/>
                <a:latin typeface="Pretendard"/>
              </a:rPr>
              <a:t>AI</a:t>
            </a:r>
            <a:r>
              <a:rPr lang="ko-KR" altLang="en-US" sz="1600" b="1" i="0" dirty="0">
                <a:solidFill>
                  <a:srgbClr val="1B1D1F"/>
                </a:solidFill>
                <a:effectLst/>
                <a:latin typeface="Pretendard"/>
              </a:rPr>
              <a:t>에게 정확히 설명하고 해결하는 능력</a:t>
            </a:r>
            <a:endParaRPr lang="ko-KR" altLang="en-US" sz="1600" b="0" i="0" dirty="0">
              <a:solidFill>
                <a:srgbClr val="1B1D1F"/>
              </a:solidFill>
              <a:effectLst/>
              <a:latin typeface="Pretendard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088DDD4-539B-2792-246C-609AA894FC74}"/>
              </a:ext>
            </a:extLst>
          </p:cNvPr>
          <p:cNvSpPr/>
          <p:nvPr/>
        </p:nvSpPr>
        <p:spPr>
          <a:xfrm>
            <a:off x="965200" y="3777966"/>
            <a:ext cx="132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/>
              <a:t>필요 역량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개발자(사용자)의 역할 분담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EEF3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46320" y="137160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91639"/>
            <a:ext cx="2729454" cy="37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</a:rPr>
              <a:t>AI가 잘하는 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220558"/>
            <a:ext cx="25603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만들기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 줄이기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수정 제안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120640" y="1691640"/>
            <a:ext cx="3085054" cy="37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4DFF"/>
                </a:solidFill>
              </a:rPr>
              <a:t>사람이 꼭 해야 할 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120640" y="2220558"/>
            <a:ext cx="2950584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만들지 정하기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검토하기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결정 내리기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 체크리스트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650492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1869948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2938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869948"/>
            <a:ext cx="1719072" cy="370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b="1" dirty="0">
                <a:solidFill>
                  <a:srgbClr val="1F2552"/>
                </a:solidFill>
              </a:rPr>
              <a:t>구글</a:t>
            </a:r>
            <a:r>
              <a:rPr lang="en-US" sz="1800" b="1" dirty="0">
                <a:solidFill>
                  <a:srgbClr val="1F2552"/>
                </a:solidFill>
              </a:rPr>
              <a:t>/Gemini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29000" y="1650492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1869948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192938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95928" y="1920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GitHub 계정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50790" y="1650492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5382" y="1869948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5382" y="192938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9906" y="1920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Vercel 계정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80247" y="344043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E4A6D"/>
                </a:solidFill>
              </a:rPr>
              <a:t>미리 로그인해두면 실습 속도가 훨씬 빨라집니다.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기획 캔버스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6576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90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서비스 이름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7282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A8"/>
                </a:solidFill>
              </a:rPr>
              <a:t>짧게 한 줄로 정리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3794760" cy="731520"/>
          </a:xfrm>
          <a:prstGeom prst="roundRect">
            <a:avLst>
              <a:gd name="adj" fmla="val 17500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490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사용자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46320" y="17282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A8"/>
                </a:solidFill>
              </a:rPr>
              <a:t>짧게 한 줄로 정리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78181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404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해결할 문제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6426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A8"/>
                </a:solidFill>
              </a:rPr>
              <a:t>짧게 한 줄로 정리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657600" cy="731520"/>
          </a:xfrm>
          <a:prstGeom prst="roundRect">
            <a:avLst>
              <a:gd name="adj" fmla="val 17500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핵심 기능 3개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35570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A8"/>
                </a:solidFill>
              </a:rPr>
              <a:t>짧게 한 줄로 정리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154680"/>
            <a:ext cx="379476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디자인 키워드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46320" y="35570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A8"/>
                </a:solidFill>
              </a:rPr>
              <a:t>짧게 한 줄로 정리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2시간에 적합한 서비스 원칙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1600200"/>
            <a:ext cx="3703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시작하기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3개만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결제 / DB 제외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09160" y="132588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83479" y="1479176"/>
            <a:ext cx="2519979" cy="3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</a:rPr>
              <a:t>왜 이렇게 할까?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83480" y="2057400"/>
            <a:ext cx="27432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시간에 완성 가능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생겨도 수정 쉬움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배포까지 갈 확률이 높음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실습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19" y="1473200"/>
            <a:ext cx="7126045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552"/>
                </a:solidFill>
              </a:rPr>
              <a:t>고등학생용 집중 타이머 + 오늘의 할 일 체크리스트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240280"/>
            <a:ext cx="28346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 집중 타이머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추가/완료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깔끔한 공부용 화면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05457" y="2148840"/>
            <a:ext cx="1463040" cy="1463040"/>
          </a:xfrm>
          <a:prstGeom prst="roundRect">
            <a:avLst>
              <a:gd name="adj" fmla="val 11250"/>
            </a:avLst>
          </a:prstGeom>
          <a:solidFill>
            <a:srgbClr val="EEF3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4057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25:00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60520" y="2148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영어 단어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수학 숙제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과학 복습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 err="1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바이브코딩을</a:t>
            </a:r>
            <a:r>
              <a:rPr lang="ko-KR" alt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위한</a:t>
            </a: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7498080" cy="1005840"/>
          </a:xfrm>
          <a:prstGeom prst="roundRect">
            <a:avLst>
              <a:gd name="adj" fmla="val 12727"/>
            </a:avLst>
          </a:prstGeom>
          <a:solidFill>
            <a:srgbClr val="F2EE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76479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4DFF"/>
                </a:solidFill>
              </a:rPr>
              <a:t>대상 + 목적 + 기능 + 디자인 + 기술 조건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66751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쓰는 앱인가?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하게 할 것인가?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기능은 무엇인가?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느낌으로 보이길 원하는가?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HTML/CSS/JS 등 조건은 있는가?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 기본 프롬프트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7726680" cy="2194560"/>
          </a:xfrm>
          <a:prstGeom prst="roundRect">
            <a:avLst>
              <a:gd name="adj" fmla="val 3333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554480"/>
            <a:ext cx="73974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고등학생이 사용할 공부 집중 웹앱을 만들어줘.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기능은 25분 타이머, 짧은 휴식 알림,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오늘의 할 일 체크리스트 3개 이상 추가/완료.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밝은 배경, 보라/파랑 포인트, 깔끔한 카드형 UI.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파일에서 실행 가능한 HTML/CSS/JS로 작성해줘.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18775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복사해서 바로 시작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 실습 단계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1554480" cy="16459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874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6112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52"/>
                </a:solidFill>
              </a:rPr>
              <a:t>생성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2633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A6D"/>
                </a:solidFill>
              </a:rPr>
              <a:t>프롬프트 입력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59152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97480" y="1691640"/>
            <a:ext cx="1554480" cy="1645920"/>
          </a:xfrm>
          <a:prstGeom prst="roundRect">
            <a:avLst>
              <a:gd name="adj" fmla="val 8235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62072" y="1874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4D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62072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52"/>
                </a:solidFill>
              </a:rPr>
              <a:t>미리보기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62072" y="2633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A6D"/>
                </a:solidFill>
              </a:rPr>
              <a:t>작동 화면 확인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25112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1554480" cy="16459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1874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28032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52"/>
                </a:solidFill>
              </a:rPr>
              <a:t>점검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28032" y="2633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A6D"/>
                </a:solidFill>
              </a:rPr>
              <a:t>버튼/문구 체크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29400" y="1691640"/>
            <a:ext cx="1554480" cy="1645920"/>
          </a:xfrm>
          <a:prstGeom prst="roundRect">
            <a:avLst>
              <a:gd name="adj" fmla="val 8235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93992" y="1874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4D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93992" y="2212847"/>
            <a:ext cx="1277232" cy="258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52"/>
                </a:solidFill>
              </a:rPr>
              <a:t>수정 요청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93992" y="2633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A6D"/>
                </a:solidFill>
              </a:rPr>
              <a:t>다시 요청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개선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37560" y="13716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3F7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0" y="13716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7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</a:rPr>
              <a:t>디자인 개선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993392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116" y="2130552"/>
            <a:ext cx="189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카드 간격을 넓히고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타이머를 더 크게 보여줘.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664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</a:rPr>
              <a:t>기능 추가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20440" y="1993392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2130552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완료한 할 일은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취소선으로 표시해줘.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664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</a:rPr>
              <a:t>오류 해결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1993392"/>
            <a:ext cx="2057400" cy="1051560"/>
          </a:xfrm>
          <a:prstGeom prst="roundRect">
            <a:avLst>
              <a:gd name="adj" fmla="val 5926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039112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시작 버튼이 눌려도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타이머가 줄지 않아.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원인을 고쳐줘.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잘 설명하는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7498080" cy="2194560"/>
          </a:xfrm>
          <a:prstGeom prst="roundRect">
            <a:avLst>
              <a:gd name="adj" fmla="val 3333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1600200"/>
            <a:ext cx="7168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기대 동작: 시작 버튼을 누르면 25:00부터 1초씩 줄어든다.</a:t>
            </a:r>
            <a:endParaRPr lang="en-US" sz="1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동작: 버튼을 눌러도 시간이 그대로다.</a:t>
            </a:r>
            <a:endParaRPr lang="en-US" sz="1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오류 메시지: 콘솔에 undefined 관련 문구가 보인다.</a:t>
            </a:r>
            <a:endParaRPr lang="en-US" sz="1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수정 요청: 타이머가 정상 작동하도록 원인을 찾아 고쳐줘.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39776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E4A6D"/>
                </a:solidFill>
              </a:rPr>
              <a:t>템플릿처럼 말하면 AI가 더 잘 고친다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31720" cy="246888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83280" y="1371600"/>
            <a:ext cx="2331720" cy="2468880"/>
          </a:xfrm>
          <a:prstGeom prst="roundRect">
            <a:avLst>
              <a:gd name="adj" fmla="val 5490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0" y="1371600"/>
            <a:ext cx="2331720" cy="246888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552"/>
                </a:solidFill>
              </a:rPr>
              <a:t>Repository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A6D"/>
                </a:solidFill>
              </a:rPr>
              <a:t>프로젝트 폴더를 온라인에 저장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4DFF"/>
                </a:solidFill>
              </a:rPr>
              <a:t>Commit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1188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A6D"/>
                </a:solidFill>
              </a:rPr>
              <a:t>변경 내용을 기록하는 저장 버튼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552"/>
                </a:solidFill>
              </a:rPr>
              <a:t>README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A6D"/>
                </a:solidFill>
              </a:rPr>
              <a:t>프로젝트 소개 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업로드 실습 절차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25880"/>
            <a:ext cx="731520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15568" y="14721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453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새 저장소 만들기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86200" y="14630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Repository 이름 정하기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30552"/>
            <a:ext cx="7315200" cy="566928"/>
          </a:xfrm>
          <a:prstGeom prst="roundRect">
            <a:avLst>
              <a:gd name="adj" fmla="val 22581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15568" y="22768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258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파일 업로드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226771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HTML/CSS/JS 파일 넣기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935224"/>
            <a:ext cx="731520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15568" y="3081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063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Commit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86200" y="307238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변경 내용 설명 남기기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739896"/>
            <a:ext cx="7315200" cy="566928"/>
          </a:xfrm>
          <a:prstGeom prst="roundRect">
            <a:avLst>
              <a:gd name="adj" fmla="val 22581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15568" y="38862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867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README 작성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86200" y="38770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서비스 소개 한 줄 추가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 템플릿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7406640" cy="2697480"/>
          </a:xfrm>
          <a:prstGeom prst="roundRect">
            <a:avLst>
              <a:gd name="adj" fmla="val 2712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463040"/>
            <a:ext cx="70774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서비스 소개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공부 집중을 도와주는 타이머 + 체크리스트 웹앱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주요 기능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- 25분 타이머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 일 추가/완료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깔끔한 카드형 UI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사용 도구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Canvas, GitHub, Vercel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배포 주소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여기에 URL 붙여넣기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763524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536192"/>
            <a:ext cx="6766560" cy="74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552"/>
                </a:solidFill>
              </a:rPr>
              <a:t>GitHub 코드를 실제 웹사이트 URL로 공개하는 배포 서비스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2423159"/>
            <a:ext cx="6766560" cy="46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코드를 저장하는 곳은 GitHub, 실제로 보여주는 곳은 Vercel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배포 실습 절차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로그인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5506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7452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Add New 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7238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5848" y="234247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GitHub 연결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970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저장소 선택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0702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Deploy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2434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4380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3524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URL 확인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점검 및 자주 생기는 문제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338328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2F6"/>
                </a:solidFill>
              </a:rPr>
              <a:t>404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775012" y="1618488"/>
            <a:ext cx="206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파일 경로 / 시작 파일 확인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417320"/>
            <a:ext cx="3383280" cy="896112"/>
          </a:xfrm>
          <a:prstGeom prst="roundRect">
            <a:avLst>
              <a:gd name="adj" fmla="val 14286"/>
            </a:avLst>
          </a:prstGeom>
          <a:solidFill>
            <a:srgbClr val="F7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90872" y="1600200"/>
            <a:ext cx="749808" cy="45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4DFF"/>
                </a:solidFill>
              </a:rPr>
              <a:t>CSS 미적용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715000" y="1618488"/>
            <a:ext cx="1920240" cy="392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css 링크 이름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338328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834640"/>
            <a:ext cx="792241" cy="42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2F6"/>
                </a:solidFill>
              </a:rPr>
              <a:t>버튼 미작동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13859" y="2852928"/>
            <a:ext cx="2026621" cy="290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콘솔 오류 메시지 보기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651760"/>
            <a:ext cx="3383280" cy="896112"/>
          </a:xfrm>
          <a:prstGeom prst="roundRect">
            <a:avLst>
              <a:gd name="adj" fmla="val 14286"/>
            </a:avLst>
          </a:prstGeom>
          <a:solidFill>
            <a:srgbClr val="F7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2834640"/>
            <a:ext cx="749808" cy="51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4DFF"/>
                </a:solidFill>
              </a:rPr>
              <a:t>빌드 오류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714999" y="2852928"/>
            <a:ext cx="2066365" cy="40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최근 수정 내용 되돌아보기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체크리스트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51560" y="1234440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34440" y="13075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36192" y="130759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Gemini Canvas로 제작 완료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1764792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18379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36192" y="1837944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수정 요청으로 개선 완료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2295144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236829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36192" y="2368296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GitHub 업로드 완료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2825496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440" y="2898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36192" y="2898648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README 작성 완료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3355848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34290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36192" y="3429000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Vercel URL 확인 완료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1560" y="3886200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34440" y="39593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36192" y="395935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친구에게 공유 준비 완료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공유 및 마무리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365760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09160" y="1325880"/>
            <a:ext cx="3749040" cy="2514600"/>
          </a:xfrm>
          <a:prstGeom prst="roundRect">
            <a:avLst>
              <a:gd name="adj" fmla="val 5091"/>
            </a:avLst>
          </a:prstGeom>
          <a:solidFill>
            <a:srgbClr val="F3F7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399" y="1645920"/>
            <a:ext cx="22172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F2552"/>
                </a:solidFill>
              </a:rPr>
              <a:t>결과물 정리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8346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 이름은?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문제를 해결하나?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마음에 드는 기능은?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URL은?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83479" y="1645920"/>
            <a:ext cx="277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</a:rPr>
              <a:t>다음 확장 아이디어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26517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다크모드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저장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연결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포트폴리오에 추가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4111812"/>
            <a:ext cx="6949440" cy="46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</a:rPr>
              <a:t>오늘 만든 작은 앱이 미래 포트폴리오의 시작!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1392</Words>
  <Application>Microsoft Office PowerPoint</Application>
  <PresentationFormat>화면 슬라이드 쇼(16:9)</PresentationFormat>
  <Paragraphs>301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Pretendard</vt:lpstr>
      <vt:lpstr>Malgun Gothic</vt:lpstr>
      <vt:lpstr>Arial</vt:lpstr>
      <vt:lpstr>Consolas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Canvas로 만드는 나만의 웹앱</dc:title>
  <dc:subject>고등학생 대상 2시간 바이브 코딩 특강</dc:subject>
  <dc:creator>OpenAI</dc:creator>
  <cp:lastModifiedBy>김동신</cp:lastModifiedBy>
  <cp:revision>3</cp:revision>
  <dcterms:created xsi:type="dcterms:W3CDTF">2026-07-15T03:30:07Z</dcterms:created>
  <dcterms:modified xsi:type="dcterms:W3CDTF">2026-07-15T05:11:48Z</dcterms:modified>
</cp:coreProperties>
</file>